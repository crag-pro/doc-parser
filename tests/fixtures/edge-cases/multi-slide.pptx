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Title Slide</a:t>
            </a:r>
          </a:p>
        </p:txBody>
      </p:sp>
      <p:sp>
        <p:txBody>
          <a:bodyPr/>
          <a:p>
            <a:r>
              <a:t>Intro body text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Second Slide</a:t>
            </a:r>
          </a:p>
        </p:txBody>
      </p:sp>
      <p:sp>
        <p:txBody>
          <a:bodyPr/>
          <a:p>
            <a:r>
              <a:t>Middle body text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Third Slide</a:t>
            </a:r>
          </a:p>
        </p:txBody>
      </p:sp>
      <p:sp>
        <p:txBody>
          <a:bodyPr/>
          <a:p>
            <a:r>
              <a:t>Final body text</a:t>
            </a:r>
          </a:p>
        </p:txBody>
      </p:sp>
    </p:spTree>
  </p:cSld>
</p:sld>
</file>